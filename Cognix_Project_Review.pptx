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25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25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25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25-08-2026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1">
                          <a:latin typeface="Times New Roman"/>
                        </a:rPr>
                        <a:t>Team Members</a:t>
                      </a:r>
                    </a:p>
                    <a:p>
                      <a:r>
                        <a:rPr sz="1400" b="0">
                          <a:latin typeface="Times New Roman"/>
                        </a:rPr>
                        <a:t>Sriram N — 2420030676</a:t>
                      </a:r>
                    </a:p>
                    <a:p>
                      <a:r>
                        <a:rPr sz="1400" b="0">
                          <a:latin typeface="Times New Roman"/>
                        </a:rPr>
                        <a:t>Jairaj — 2420030414</a:t>
                      </a:r>
                    </a:p>
                    <a:p>
                      <a:r>
                        <a:rPr sz="1400" b="0">
                          <a:latin typeface="Times New Roman"/>
                        </a:rPr>
                        <a:t>Jagan S — 2420030714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870006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latin typeface="Times New Roman"/>
                        </a:rPr>
                        <a:t>Under the Guidance of</a:t>
                      </a:r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400" b="1" dirty="0">
                          <a:latin typeface="Times New Roman"/>
                        </a:rPr>
                        <a:t>K </a:t>
                      </a:r>
                      <a:r>
                        <a:rPr lang="en-IN" sz="1400" b="1" dirty="0" err="1">
                          <a:latin typeface="Times New Roman"/>
                        </a:rPr>
                        <a:t>Venkateshwari</a:t>
                      </a:r>
                      <a:endParaRPr lang="en-IN" sz="1400" b="1" dirty="0">
                        <a:latin typeface="Times New Roman"/>
                      </a:endParaRPr>
                    </a:p>
                    <a:p>
                      <a:r>
                        <a:rPr lang="en-IN" sz="1400" b="0" dirty="0">
                          <a:latin typeface="Times New Roman"/>
                        </a:rPr>
                        <a:t>Assistant Professor,</a:t>
                      </a:r>
                    </a:p>
                    <a:p>
                      <a:r>
                        <a:rPr sz="1400" b="1" dirty="0">
                          <a:latin typeface="Times New Roman"/>
                        </a:rPr>
                        <a:t>Department of Computer Science and Engineering,</a:t>
                      </a:r>
                    </a:p>
                    <a:p>
                      <a:r>
                        <a:rPr sz="1400" b="0" dirty="0">
                          <a:latin typeface="Times New Roman"/>
                        </a:rPr>
                        <a:t>KLH CSE </a:t>
                      </a:r>
                      <a:r>
                        <a:rPr sz="1400" b="0" dirty="0" err="1">
                          <a:latin typeface="Times New Roman"/>
                        </a:rPr>
                        <a:t>Bowrampet</a:t>
                      </a:r>
                      <a:r>
                        <a:rPr sz="1400" b="0" dirty="0">
                          <a:latin typeface="Times New Roman"/>
                        </a:rPr>
                        <a:t>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Cognix: Personal Knowledge Operating System with AI Memory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Modern LLM-based assistants have no persistent memory of a user across sessions — every new conversation starts from a blank context.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Standard Retrieval-Augmented Generation (RAG) pipelines are built to search static external documents, not a user's own evolving personal information such as notes, preferences, and past decisions.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Passing entire chat histories or large documents into the LLM context window is costly, hits context-length limits, and buries the details that actually matter under irrelevant text.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As a result, users must repeatedly re-explain context, and assistants cannot build a coherent, evolving understanding of a user's knowledge and goals over time.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Design a structured, persistent memory layer that stores a user's information as interconnected concepts rather than flat, disconnected text chunks.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Build a semantic search and retrieval pipeline that surfaces only the most relevant memories for a given query, reducing irrelevant context passed to the LLM.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Develop a context-compaction mechanism that compresses retrieved memories into a compact, token-efficient prompt for the underlying LLM.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Model relationships between concepts (entities, topics, events) so Cognix can reason across related pieces of knowledge instead of retrieving isolated facts.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Evaluate Cognix against plain conversation-history replay and standard RAG on personalization accuracy, response relevance, and token efficiency.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100" b="0">
                          <a:latin typeface="Times New Roman"/>
                        </a:rPr>
                        <a:t>Chhikara et al.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Times New Roman"/>
                        </a:rPr>
                        <a:t>Mem0: Building Production-Ready AI Agents with Scalable Long-Term Memory (arXiv,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Extracts salient facts from conversations and consolidates them into a dynamic memory store using LLM-driven add/update/merge operations; a graph variant (Mem0g) represents memories as entity-relation triplets.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Reports higher factual accuracy and lower latency/token cost than full-context replay and prior memory baselines on long-term dialogue benchmarks.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The graph variant relies on shallow node semantics and name-based synonym linking rather than deeper conceptual similarity.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100" b="0">
                          <a:latin typeface="Times New Roman"/>
                        </a:rPr>
                        <a:t>Gutiérrez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Times New Roman"/>
                        </a:rPr>
                        <a:t>HippoRAG: Neurobiologically Inspired Long-Term Memory for LLMs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 b="0" dirty="0">
                          <a:latin typeface="Times New Roman"/>
                        </a:rPr>
                        <a:t>Builds a knowledge graph from extracted triples and applies Personalized PageRank propagation over the graph for associative, multi-hop retrieval.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Improves multi-hop question answering over standard dense-retrieval RAG by enabling graph-based associative recall.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Propagation weighting is largely uniform across edges, and synonym linking still depends on lexical overlap rather than true semantic meaning.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100" b="0">
                          <a:latin typeface="Times New Roman"/>
                        </a:rPr>
                        <a:t>Zhong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Times New Roman"/>
                        </a:rPr>
                        <a:t>MemoryBank: Enhancing LLMs with Long-Term Memory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Stores conversational memory with a forgetting-curve-inspired mechanism, periodically summarizing and updating stored memories to keep the store compact.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100" b="0">
                          <a:latin typeface="Times New Roman"/>
                        </a:rPr>
                        <a:t>Enables assistants to sustain long-term, companionship-style interactions while controlling unbounded memory growth.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100" b="0" dirty="0">
                          <a:latin typeface="Times New Roman"/>
                        </a:rPr>
                        <a:t>Summarization-based compaction can lose fine-grained detail and does not explicitly model relationships between separate memory items.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Existing memory-augmented assistants tend to optimize either recall accuracy or token efficiency, rarely both together in a lightweight architecture suited for single-user, personal use.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Graph-based memory methods (Mem0g, HippoRAG) capture relationships between facts but rely on shallow, name-based similarity, missing deeper conceptual connections between ideas.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Most published memory systems target conversational agents specifically; few are designed as a general-purpose personal knowledge OS that unifies notes, documents, and conversations from multiple sources.</a:t>
            </a:r>
          </a:p>
          <a:p>
            <a:pPr algn="l">
              <a:spcAft>
                <a:spcPts val="1400"/>
              </a:spcAft>
            </a:pPr>
            <a:r>
              <a:rPr sz="1800" b="0">
                <a:latin typeface="Times New Roman"/>
              </a:rPr>
              <a:t>•  Limited work exists on adaptive context injection — most systems retrieve a fixed top-K set of memory chunks rather than adjusting depth and breadth of retrieval to the query.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latin typeface="Times New Roman"/>
              </a:rPr>
              <a:t>•  Cognix unifies semantic search, structured knowledge representation, and long-term memory into a single layer, rather than bolting memory onto a standard RAG pipeline.</a:t>
            </a:r>
          </a:p>
          <a:p>
            <a:pPr algn="l">
              <a:spcAft>
                <a:spcPts val="1400"/>
              </a:spcAft>
            </a:pPr>
            <a:r>
              <a:rPr sz="2000" b="0">
                <a:latin typeface="Times New Roman"/>
              </a:rPr>
              <a:t>•  Represents user knowledge as a dynamic concept graph, letting the system traverse relationships between ideas instead of retrieving isolated, unrelated text chunks.</a:t>
            </a:r>
          </a:p>
          <a:p>
            <a:pPr algn="l">
              <a:spcAft>
                <a:spcPts val="1400"/>
              </a:spcAft>
            </a:pPr>
            <a:r>
              <a:rPr sz="2000" b="0">
                <a:latin typeface="Times New Roman"/>
              </a:rPr>
              <a:t>•  Introduces adaptive context compaction: the amount and depth of memory sent to the LLM is adjusted per query to stay both relevant and token-efficient.</a:t>
            </a:r>
          </a:p>
          <a:p>
            <a:pPr algn="l">
              <a:spcAft>
                <a:spcPts val="1400"/>
              </a:spcAft>
            </a:pPr>
            <a:r>
              <a:rPr sz="2000" b="0">
                <a:latin typeface="Times New Roman"/>
              </a:rPr>
              <a:t>•  Designed as a reusable, source-agnostic “knowledge operating system” that any LLM application can plug into, rather than being tied to one assistant or product.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0">
                <a:latin typeface="Times New Roman"/>
              </a:rPr>
              <a:t>The project is feasible within one academic semester using open-source components: a vector database for semantic search, a lightweight graph store for concept relationships, and an existing LLM API for generation and summarization — keeping compute and cost requirements low.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788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Deliverable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Literature review &amp; 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Weeks 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Finalized problem statement &amp; system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Memory layer &amp; semantic search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Weeks 3–6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Working ingestion + retrieval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Concept graph &amp; context compaction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Weeks 7–10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Relationship-aware, token-efficient retrieval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Evaluation, optimization &amp; final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Weeks 11–14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Benchmarked system with final report/demo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900</Words>
  <Application>Microsoft Office PowerPoint</Application>
  <PresentationFormat>Widescreen</PresentationFormat>
  <Paragraphs>100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Sriram .</cp:lastModifiedBy>
  <cp:revision>37</cp:revision>
  <dcterms:created xsi:type="dcterms:W3CDTF">2026-08-08T06:33:56Z</dcterms:created>
  <dcterms:modified xsi:type="dcterms:W3CDTF">2026-08-25T06:45:35Z</dcterms:modified>
</cp:coreProperties>
</file>